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632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49E71C-76FB-4CBC-8894-25DD314E1759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465AC0-D497-4D4F-9EC2-66BEF50896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65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3D3FF-10E7-F977-F6E9-81E1054572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9A2AE5-BEC9-151A-927D-FA29EBD478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34B5B-687C-AE19-1E26-5ECBFF3FE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98533-976C-4D07-856C-F377207C5FB4}" type="datetime1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D11DB-FC50-90CA-712F-D90FB09A2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075A1-D50C-C0B7-E305-7687D3D98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26BB-5ECD-4EB1-AC56-A97372ABA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24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B0959-76D9-F554-15C1-B73890DAC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30EC3-EE12-391F-5E72-390756A39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922D0-43B7-70F5-AB09-3F43FD7C7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3FE0-2660-4E7F-8DAF-3720F2CB4861}" type="datetime1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9E456-F58F-16BE-DD9F-5AFE87DB2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89853-692C-91A8-10FF-480D84F6B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26BB-5ECD-4EB1-AC56-A97372ABA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1249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47C75-9C85-4907-C334-E1880D18B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26C86-F369-6ADE-3EF8-4F7A80C74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9B6A2-827C-C13D-156A-2456AD6A4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44BB0-C163-42D4-9EF5-2671653AD430}" type="datetime1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2F76B-5D9C-941B-0507-322D4A574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AE029-2BFB-4DAC-37C8-C03DA0626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26BB-5ECD-4EB1-AC56-A97372ABA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324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1CF5F-443D-BC61-9743-C54619181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C28A2-F50B-BBFA-6EF4-8D781CE663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9E3ED-8D3A-D24D-4821-B8855A0E5E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4FD6E-94F8-F9FF-5611-B52E70D53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CABCB-FD93-42B8-823C-FFCC7DA616A9}" type="datetime1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AFA95C-8827-F0E2-60CA-2168A7AEE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D26FAC-2019-2F96-8DA8-51E569783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26BB-5ECD-4EB1-AC56-A97372ABA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800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95405-D812-DEC3-177A-4F86F2D92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556BC8-4C13-40BC-C205-59A49CA76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3F98A1-7B93-0766-04E2-995FBF14BE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0E3BA6-1342-F8F5-9C60-C6795F2F4C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BD8A9F-79E2-56DD-6091-E2A24783DC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7971DF-CECF-922A-8850-CB20BD7C6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17691-0A99-444D-8A35-8A84F73C0E1F}" type="datetime1">
              <a:rPr lang="en-IN" smtClean="0"/>
              <a:t>01-10-2026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3AD11B-7DF9-768D-DB5B-81CD8F38C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3C786A-929F-FF10-BD97-DDDB4AC7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26BB-5ECD-4EB1-AC56-A97372ABA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010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0CC19-AF88-C75B-5E6A-0E1912494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4B3243-270D-6F1B-5325-7B2B42B7A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7804E-8D3E-4989-8C35-A53734FB4926}" type="datetime1">
              <a:rPr lang="en-IN" smtClean="0"/>
              <a:t>01-10-2026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7CF1A6-391A-4413-BA56-0FE0C1343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B2F3F1-4F17-EA5A-54CF-95CC5B691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26BB-5ECD-4EB1-AC56-A97372ABA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626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D5C22D-FB95-AF4F-D11C-7C353EAB0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81FAA-6BCF-4087-AAF4-560C6A8323AA}" type="datetime1">
              <a:rPr lang="en-IN" smtClean="0"/>
              <a:t>01-10-2026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70E86B-9754-9129-DA08-2A01CD560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79DC6A-4A3E-D64E-E18F-D8C4DF2A0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26BB-5ECD-4EB1-AC56-A97372ABA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646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5A50F-9A4D-0D72-FABD-76AAF92DE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B4E17-C1F6-D2B6-121F-49EA1E753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D18513-8392-E8F9-57AF-E9B5B8EAD9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DC3F22-7222-EE73-6DF5-D58F2E41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76F89-EE38-4B17-BFAA-0E5DBA9DC6EC}" type="datetime1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E1EFBC-5C03-2253-FD20-A0EB5C72D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1E7EE3-8C77-CBC4-1E72-AAC26A443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26BB-5ECD-4EB1-AC56-A97372ABA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463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AE0AF-E77A-3C09-1CB5-0520A0167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5B016F-A25D-31E3-1675-3E7D8AD6AFD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FCB415-148F-0152-27D7-54BA512870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7DBE78-C3B0-80D8-8A70-356180A0F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E7B8-25E7-4845-A47A-4817BCE4FA64}" type="datetime1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77A4C-6CCA-52FF-6F71-FA5137372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3B8106-9DCF-1037-67C6-7B8CD2395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26BB-5ECD-4EB1-AC56-A97372ABA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782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D45E1-F365-C11A-F497-50FA01F56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4D9C57-E936-3139-671B-8165EACB9B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038A2-3A65-9196-3ECE-AFC054B7A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1AB6D-DF18-4CDF-B398-13B0E1235B4F}" type="datetime1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0ADA1-3773-F065-55E1-940B96A86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E7EA5-D528-1514-DAB6-83CA48319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26BB-5ECD-4EB1-AC56-A97372ABA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902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9278A5-1BE9-99A8-D885-2D9CE70882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685B30-9644-BFFB-A364-4323CD415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471F0-6B26-FDF7-F354-606BBC4E8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039BA-EAC8-427B-A023-949B63D2B1A7}" type="datetime1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130BA-10D7-E0A6-5495-4ABE376C5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47D08-59D0-30CB-78F7-CF2836256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26BB-5ECD-4EB1-AC56-A97372ABA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252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801CC9-669E-0655-ED50-45C9B4FEA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8F5A15-3F21-3601-F787-1099F7BE0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4A4DB-89F3-0188-18FD-9E138BDDBD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03A00C-3B1E-4CEA-8B1E-31117189183A}" type="datetime1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23EBF-C274-5C76-9191-5A1C7D6D4D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86419-EB12-678E-EDEF-DC6107314D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6B26BB-5ECD-4EB1-AC56-A97372ABA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17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2C5B4C8-8906-F412-75FB-F470022D0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411" y="-10329"/>
            <a:ext cx="8212183" cy="5771744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371B685-697B-182D-3E5B-F7080B87F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62742" y="5761414"/>
            <a:ext cx="8281851" cy="865809"/>
          </a:xfrm>
        </p:spPr>
        <p:txBody>
          <a:bodyPr/>
          <a:lstStyle/>
          <a:p>
            <a:r>
              <a:rPr lang="en-IN" sz="3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14/09/2026</a:t>
            </a:r>
          </a:p>
        </p:txBody>
      </p:sp>
    </p:spTree>
    <p:extLst>
      <p:ext uri="{BB962C8B-B14F-4D97-AF65-F5344CB8AC3E}">
        <p14:creationId xmlns:p14="http://schemas.microsoft.com/office/powerpoint/2010/main" val="712884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Rounded MT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DARSH Patel</dc:creator>
  <cp:lastModifiedBy>DARSH Patel</cp:lastModifiedBy>
  <cp:revision>1</cp:revision>
  <dcterms:created xsi:type="dcterms:W3CDTF">2026-10-01T17:55:40Z</dcterms:created>
  <dcterms:modified xsi:type="dcterms:W3CDTF">2026-10-01T17:57:22Z</dcterms:modified>
</cp:coreProperties>
</file>